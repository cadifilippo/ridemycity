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Slab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font" Target="fonts/RobotoSlab-bold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41c9d27a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41c9d27a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41c9d27a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41c9d27a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41c9d27a1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41c9d27a1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41c9d27a1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41c9d27a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41c9d27a1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41c9d27a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41c9d27a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41c9d27a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cadifilippo/ridemycity" TargetMode="External"/><Relationship Id="rId4" Type="http://schemas.openxmlformats.org/officeDocument/2006/relationships/hyperlink" Target="https://ridemycity-web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6914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🚴 </a:t>
            </a:r>
            <a:r>
              <a:rPr lang="es-419"/>
              <a:t>Ride My City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311700" y="24077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3F3F3"/>
                </a:solidFill>
              </a:rPr>
              <a:t>Explora tu ciudad pedaleada a pedaleada.</a:t>
            </a:r>
            <a:endParaRPr sz="1500">
              <a:solidFill>
                <a:srgbClr val="F3F3F3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/>
              <a:t>Dibuja tus rutas</a:t>
            </a:r>
            <a:r>
              <a:rPr lang="es-419" sz="1500">
                <a:solidFill>
                  <a:srgbClr val="F3F3F3"/>
                </a:solidFill>
              </a:rPr>
              <a:t>, descubre lo que falta.</a:t>
            </a:r>
            <a:endParaRPr sz="3200">
              <a:solidFill>
                <a:srgbClr val="F3F3F3"/>
              </a:solidFill>
            </a:endParaRPr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3459275"/>
            <a:ext cx="7152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3F3F3"/>
                </a:solidFill>
              </a:rPr>
              <a:t>TFM - Master en Desarrollo con IA</a:t>
            </a:r>
            <a:endParaRPr sz="1500">
              <a:solidFill>
                <a:srgbClr val="F3F3F3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3F3F3"/>
                </a:solidFill>
              </a:rPr>
              <a:t>Carlos Alfredo Difilippo Paletti</a:t>
            </a:r>
            <a:endParaRPr sz="150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Contexto y Motivación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Hace pocos meses comencé a salir en bicicleta por mi ciudad.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Descubrí: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Senderos interesantes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Arquitectura que no conocía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Lugares “escondidos”</a:t>
            </a:r>
            <a:br>
              <a:rPr lang="es-419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Entonces apareció la pregunta ¿Cuánto de mi ciudad conozco realmente?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La idea nació para darle una respuesta y fué ahí donde descarté el proyecto en el que venía trabajando para atender esta necesidad personal y real.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RideMyCity: funciones principales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Los usuarios de esta webapp pueden: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Buscar su ciudad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Visualizar sus límites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Trazar manualmente sus recorridos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Definir zonas a evitar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Cargar sus salidas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Ver estadísticas acumuladas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RideMyCity: stack tecnológico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</a:t>
            </a:r>
            <a:r>
              <a:rPr lang="es-419"/>
              <a:t>s un monorepo gestionado con pnpm workspaces, que contiene: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Frontend → React 19 + Vite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Backend → NestJS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Base de datos → Firestore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Mapas → MapLibre + OpenStreetMap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RideMyCity: la IA como copiloto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Durante el desarrollo de la aplicaci</a:t>
            </a:r>
            <a:r>
              <a:rPr lang="es-419"/>
              <a:t>ón, como era requerido, utilicé distintas IAs con las cuales me apoyé: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Lovable: UX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Claude Code / Codex: Desarrollo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Copilot / CodeRabbit: Revisión de PRs / calidad del código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RideMyCity: el producto después del TFM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Este producto tiene como objetivo, adem</a:t>
            </a:r>
            <a:r>
              <a:rPr lang="es-419"/>
              <a:t>ás de validar los conocimientos y </a:t>
            </a:r>
            <a:r>
              <a:rPr lang="es-419"/>
              <a:t>prácticas</a:t>
            </a:r>
            <a:r>
              <a:rPr lang="es-419"/>
              <a:t> adquiridas a lo largo del máster, seguir creciendo y ajustarse a las necesidades que surjan en cada salida a rodar.</a:t>
            </a:r>
            <a:br>
              <a:rPr lang="es-419"/>
            </a:br>
            <a:br>
              <a:rPr lang="es-419"/>
            </a:br>
            <a:r>
              <a:rPr lang="es-419"/>
              <a:t>En principio ya tengo 2 funcionalidades claras:</a:t>
            </a:r>
            <a:br>
              <a:rPr lang="es-419"/>
            </a:br>
            <a:r>
              <a:rPr lang="es-419"/>
              <a:t>- Cargar los tiempos de la salida</a:t>
            </a:r>
            <a:br>
              <a:rPr lang="es-419"/>
            </a:br>
            <a:r>
              <a:rPr lang="es-419"/>
              <a:t>- Crear rutas planificadas para futuro</a:t>
            </a:r>
            <a:br>
              <a:rPr lang="es-419"/>
            </a:br>
            <a:r>
              <a:rPr lang="es-419"/>
              <a:t>- Tener una versión mobile para usar como gps o ciclocomputador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9500" y="4233725"/>
            <a:ext cx="72153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Mis agradecimientos a todos los que hicieron posible este </a:t>
            </a:r>
            <a:r>
              <a:rPr lang="es-419"/>
              <a:t>máster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964350" y="871525"/>
            <a:ext cx="7215300" cy="278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/>
              <a:t>Repo: </a:t>
            </a:r>
            <a:r>
              <a:rPr lang="es-419" sz="2300" u="sng">
                <a:solidFill>
                  <a:schemeClr val="hlink"/>
                </a:solidFill>
                <a:hlinkClick r:id="rId3"/>
              </a:rPr>
              <a:t>https://github.com/cadifilippo/ridemycity</a:t>
            </a:r>
            <a:endParaRPr sz="2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/>
              <a:t>Proyecto: </a:t>
            </a:r>
            <a:r>
              <a:rPr lang="es-419" sz="2300" u="sng">
                <a:solidFill>
                  <a:schemeClr val="hlink"/>
                </a:solidFill>
                <a:hlinkClick r:id="rId4"/>
              </a:rPr>
              <a:t>https://ridemycity-web.vercel.app/</a:t>
            </a:r>
            <a:endParaRPr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